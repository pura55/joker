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1" autoAdjust="0"/>
    <p:restoredTop sz="94660"/>
  </p:normalViewPr>
  <p:slideViewPr>
    <p:cSldViewPr snapToGrid="0">
      <p:cViewPr varScale="1">
        <p:scale>
          <a:sx n="88" d="100"/>
          <a:sy n="88" d="100"/>
        </p:scale>
        <p:origin x="126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A4A1CB-D71D-4CC9-ACB9-AA96FA2165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6650727-A704-4CB2-9BAE-7069396570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A09245-5161-483C-826F-EE3609A5D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E93D6-EB57-481A-9EB6-A8FDE7C1DD57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946D5A2-6808-41ED-96EB-DFC169FEA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406C33-1BD4-4E6E-8014-17DBC56A9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1FF1-1C28-4792-88A0-5C0DD36AEC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2221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AA5951-24BF-4F97-B98A-AC5B42F11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F2454F1-6CC8-4EB5-83D9-03E0680EB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B0EF4E-BAC3-404F-AC33-33557DC5D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E93D6-EB57-481A-9EB6-A8FDE7C1DD57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F1F795-331C-41DC-BB03-4D4E58EB9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77703F-7376-40FF-BB17-A99D3492B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1FF1-1C28-4792-88A0-5C0DD36AEC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835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18D32E-F608-49D2-9D76-D5A211E52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434B450-561B-4ECC-A865-1B512D3DE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23087A-E1D3-4252-BCEF-C5F59414C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E93D6-EB57-481A-9EB6-A8FDE7C1DD57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4C0352-12F1-4CD4-B829-DC82C594F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D7FB2E-628A-4B7D-82AD-0C70A61A6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1FF1-1C28-4792-88A0-5C0DD36AEC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6536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4D6011-76B2-4CB2-8CAE-18ACB6BB7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C67E326-2C0F-4D46-B5EC-91BC783A11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B3EE6D8-D38D-4176-B10D-B2C738378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DEB6A42-3F19-4E1A-8B20-CF225F9A4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E93D6-EB57-481A-9EB6-A8FDE7C1DD57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7B64514-50A7-4388-8E0C-AF2102A7F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CE662A5-F7B0-4562-AB61-4ACAB7C21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1FF1-1C28-4792-88A0-5C0DD36AEC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76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99D0F8-5739-46A7-AF7E-5302ED96A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1A60C94-0738-4034-BCE6-886884D37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F440064-526F-4139-81C7-2289D3CB4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2E0D152-3553-48A4-A6A7-8B9F9D2305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88BCA92-6149-4DAE-A213-5A7DD953E6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83906C9-B288-451C-9235-BD171B488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E93D6-EB57-481A-9EB6-A8FDE7C1DD57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CF1896C-271F-46DC-8D82-FADF5B697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7EC67A6-BE2B-4B86-AB0F-8997351F5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1FF1-1C28-4792-88A0-5C0DD36AEC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6194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AD0991-CD83-4C3C-8344-77767CC3E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242ED55-E79C-496A-A648-C8DD4E8DB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E93D6-EB57-481A-9EB6-A8FDE7C1DD57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15EC3C7-5000-43D2-B8A1-2001586EF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28AFEBD-6606-4195-98E5-AF63313E9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1FF1-1C28-4792-88A0-5C0DD36AEC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3257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7E3AEB5-3E49-460E-BAAA-CE0D4741E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E93D6-EB57-481A-9EB6-A8FDE7C1DD57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FDD2DFF-BA78-4D82-87FB-26CBD60AB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A4776B0-6496-4E79-88EF-C2262B10D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1FF1-1C28-4792-88A0-5C0DD36AEC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7005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63DFED-6FED-4F77-B5AF-EA263351E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5BADFF-BB5B-4395-BB5C-0883EC03F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BEC7C02-5B80-4156-8C21-67B655275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9F6320-9688-41A4-9DA3-BF690CB2D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E93D6-EB57-481A-9EB6-A8FDE7C1DD57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9CAD47B-10E3-4B05-A910-FBE3EB75E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B50DDDD-0425-418C-BB30-F84527CBA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1FF1-1C28-4792-88A0-5C0DD36AEC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7941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C45CD9-1821-46F0-843D-6EDFABB5F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00F92B8-1F6A-4DB6-87E7-7E0202BE46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9CDD4BD-B172-4F7A-9E0A-00AAAFE7A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6A876E2-CA88-4BDA-92DD-BDEA7AADE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E93D6-EB57-481A-9EB6-A8FDE7C1DD57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6479A88-8D30-49E5-BA1D-C1D9905D2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BCC0CEB-4018-45CA-B710-7ADE66506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1FF1-1C28-4792-88A0-5C0DD36AEC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8502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81370F-2AB8-4D7B-AD61-7A0CA8BD3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D2CC576-568D-468B-9E1B-77BD25FD9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775997-3F3A-4434-B668-5034A4F48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E93D6-EB57-481A-9EB6-A8FDE7C1DD57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E3CD9C-EEB1-4C06-BA07-8541820FD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8B0887-D9F6-4760-BB10-5BB5F427F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1FF1-1C28-4792-88A0-5C0DD36AEC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8674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73D93AB-210B-44A8-8742-60D65FD725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4CEC94D-DD17-42BD-8548-AF874C89D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E67887D-756D-4856-B653-E1A17B244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E93D6-EB57-481A-9EB6-A8FDE7C1DD57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B8FA062-58BE-4597-AE44-DFDFA22FA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4030B5-4031-43DF-A659-38406A342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1FF1-1C28-4792-88A0-5C0DD36AEC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1200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4CC35FF-2020-439D-BA69-1EED35F4A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D4C2B78-FB60-4900-AE1D-9248AC8D0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38EA27-E44A-4C70-BB9D-5780B9C1EE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6E93D6-EB57-481A-9EB6-A8FDE7C1DD57}" type="datetimeFigureOut">
              <a:rPr kumimoji="1" lang="ja-JP" altLang="en-US" smtClean="0"/>
              <a:t>2025/11/4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50AA5B-195F-4D7D-8746-98B025A1A7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03B66D-3FF8-422F-82A5-56DFE7A9C3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E1FF1-1C28-4792-88A0-5C0DD36AEC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913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4650AB8-7D72-4878-B699-F459F5D38008}"/>
              </a:ext>
            </a:extLst>
          </p:cNvPr>
          <p:cNvSpPr txBox="1"/>
          <p:nvPr/>
        </p:nvSpPr>
        <p:spPr>
          <a:xfrm>
            <a:off x="1360842" y="4502075"/>
            <a:ext cx="9531276" cy="218521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sz="3200" dirty="0"/>
              <a:t>　　　ロッカーにはカギがかけられている</a:t>
            </a:r>
            <a:endParaRPr kumimoji="1" lang="en-US" altLang="ja-JP" sz="3200" dirty="0"/>
          </a:p>
          <a:p>
            <a:r>
              <a:rPr lang="ja-JP" altLang="en-US" sz="3200" dirty="0"/>
              <a:t>　　　　　　問題に挑戦しますか？</a:t>
            </a:r>
            <a:endParaRPr kumimoji="1" lang="en-US" altLang="ja-JP" sz="3200" dirty="0"/>
          </a:p>
          <a:p>
            <a:endParaRPr lang="en-US" altLang="ja-JP" dirty="0"/>
          </a:p>
          <a:p>
            <a:endParaRPr kumimoji="1" lang="en-US" altLang="ja-JP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A401B1A-EA4B-4C87-940D-DB7EAF2A5B6D}"/>
              </a:ext>
            </a:extLst>
          </p:cNvPr>
          <p:cNvSpPr/>
          <p:nvPr/>
        </p:nvSpPr>
        <p:spPr>
          <a:xfrm>
            <a:off x="1920240" y="4190103"/>
            <a:ext cx="2280621" cy="6239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>
                <a:solidFill>
                  <a:schemeClr val="accent5">
                    <a:lumMod val="50000"/>
                  </a:schemeClr>
                </a:solidFill>
              </a:rPr>
              <a:t>アスター</a:t>
            </a:r>
            <a:endParaRPr kumimoji="1" lang="en-US" altLang="ja-JP" sz="2800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BA9A35B-6E69-4E2C-A585-B7A62316F664}"/>
              </a:ext>
            </a:extLst>
          </p:cNvPr>
          <p:cNvSpPr txBox="1"/>
          <p:nvPr/>
        </p:nvSpPr>
        <p:spPr>
          <a:xfrm>
            <a:off x="8245736" y="2415092"/>
            <a:ext cx="2000923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4000" dirty="0"/>
              <a:t>はい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7A35987-BD6A-418C-B1F9-7F873D398AC6}"/>
              </a:ext>
            </a:extLst>
          </p:cNvPr>
          <p:cNvSpPr txBox="1"/>
          <p:nvPr/>
        </p:nvSpPr>
        <p:spPr>
          <a:xfrm>
            <a:off x="8245735" y="3480099"/>
            <a:ext cx="2000923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4000" dirty="0"/>
              <a:t>いいえ</a:t>
            </a:r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5B6B9AC4-97A5-466A-BFF4-0D4247E75B83}"/>
              </a:ext>
            </a:extLst>
          </p:cNvPr>
          <p:cNvSpPr/>
          <p:nvPr/>
        </p:nvSpPr>
        <p:spPr>
          <a:xfrm rot="10800000">
            <a:off x="10547872" y="2305396"/>
            <a:ext cx="1140311" cy="81758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0423B2C-C043-47F8-A805-1E0384736F99}"/>
              </a:ext>
            </a:extLst>
          </p:cNvPr>
          <p:cNvSpPr txBox="1"/>
          <p:nvPr/>
        </p:nvSpPr>
        <p:spPr>
          <a:xfrm>
            <a:off x="9751805" y="1621973"/>
            <a:ext cx="2732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矢印は</a:t>
            </a:r>
            <a:r>
              <a:rPr kumimoji="1" lang="en-US" altLang="ja-JP" dirty="0"/>
              <a:t>W</a:t>
            </a:r>
            <a:r>
              <a:rPr kumimoji="1" lang="ja-JP" altLang="en-US" dirty="0"/>
              <a:t>と</a:t>
            </a:r>
            <a:r>
              <a:rPr kumimoji="1" lang="en-US" altLang="ja-JP" dirty="0"/>
              <a:t>S</a:t>
            </a:r>
            <a:r>
              <a:rPr kumimoji="1" lang="ja-JP" altLang="en-US" dirty="0"/>
              <a:t>で動かす</a:t>
            </a:r>
          </a:p>
        </p:txBody>
      </p:sp>
    </p:spTree>
    <p:extLst>
      <p:ext uri="{BB962C8B-B14F-4D97-AF65-F5344CB8AC3E}">
        <p14:creationId xmlns:p14="http://schemas.microsoft.com/office/powerpoint/2010/main" val="3602320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44E2AB1-835A-4D69-81F9-F675B90F1590}"/>
              </a:ext>
            </a:extLst>
          </p:cNvPr>
          <p:cNvSpPr txBox="1"/>
          <p:nvPr/>
        </p:nvSpPr>
        <p:spPr>
          <a:xfrm>
            <a:off x="1360842" y="4502075"/>
            <a:ext cx="9531276" cy="218521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sz="3200" dirty="0"/>
              <a:t>　　　　　　校長の彫像のようだ</a:t>
            </a:r>
            <a:r>
              <a:rPr kumimoji="1" lang="en-US" altLang="ja-JP" sz="3200" dirty="0"/>
              <a:t>…</a:t>
            </a:r>
          </a:p>
          <a:p>
            <a:r>
              <a:rPr lang="ja-JP" altLang="en-US" sz="3200" dirty="0"/>
              <a:t>　　　　　　　筋肉ムキムキだ</a:t>
            </a:r>
            <a:endParaRPr kumimoji="1" lang="en-US" altLang="ja-JP" sz="3200" dirty="0"/>
          </a:p>
          <a:p>
            <a:endParaRPr lang="en-US" altLang="ja-JP" dirty="0"/>
          </a:p>
          <a:p>
            <a:endParaRPr kumimoji="1" lang="en-US" altLang="ja-JP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EE8508C-1C1F-4D92-A86A-41FBE58AFAA1}"/>
              </a:ext>
            </a:extLst>
          </p:cNvPr>
          <p:cNvSpPr/>
          <p:nvPr/>
        </p:nvSpPr>
        <p:spPr>
          <a:xfrm>
            <a:off x="1920240" y="4190103"/>
            <a:ext cx="2280621" cy="6239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>
                <a:solidFill>
                  <a:schemeClr val="accent5">
                    <a:lumMod val="50000"/>
                  </a:schemeClr>
                </a:solidFill>
              </a:rPr>
              <a:t>アスター</a:t>
            </a:r>
            <a:endParaRPr kumimoji="1" lang="en-US" altLang="ja-JP" sz="2800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94257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56</Words>
  <Application>Microsoft Office PowerPoint</Application>
  <PresentationFormat>ワイド画面</PresentationFormat>
  <Paragraphs>13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student</dc:creator>
  <cp:lastModifiedBy>student</cp:lastModifiedBy>
  <cp:revision>3</cp:revision>
  <dcterms:created xsi:type="dcterms:W3CDTF">2025-11-04T06:49:58Z</dcterms:created>
  <dcterms:modified xsi:type="dcterms:W3CDTF">2025-11-04T07:43:21Z</dcterms:modified>
</cp:coreProperties>
</file>