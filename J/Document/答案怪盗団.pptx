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C750BD-6675-4D7E-A615-AAE5E572CFE7}" v="343" dt="2025-10-08T16:15:17.2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周 星空" userId="6df029749d5c6239" providerId="Windows Live" clId="Web-{47C750BD-6675-4D7E-A615-AAE5E572CFE7}"/>
    <pc:docChg chg="addSld modSld">
      <pc:chgData name="周 星空" userId="6df029749d5c6239" providerId="Windows Live" clId="Web-{47C750BD-6675-4D7E-A615-AAE5E572CFE7}" dt="2025-10-08T16:15:17.248" v="235" actId="1076"/>
      <pc:docMkLst>
        <pc:docMk/>
      </pc:docMkLst>
      <pc:sldChg chg="addSp delSp modSp">
        <pc:chgData name="周 星空" userId="6df029749d5c6239" providerId="Windows Live" clId="Web-{47C750BD-6675-4D7E-A615-AAE5E572CFE7}" dt="2025-10-08T16:15:17.248" v="235" actId="1076"/>
        <pc:sldMkLst>
          <pc:docMk/>
          <pc:sldMk cId="2128380218" sldId="256"/>
        </pc:sldMkLst>
        <pc:spChg chg="del">
          <ac:chgData name="周 星空" userId="6df029749d5c6239" providerId="Windows Live" clId="Web-{47C750BD-6675-4D7E-A615-AAE5E572CFE7}" dt="2025-10-08T15:44:50.808" v="0"/>
          <ac:spMkLst>
            <pc:docMk/>
            <pc:sldMk cId="2128380218" sldId="256"/>
            <ac:spMk id="2" creationId="{00000000-0000-0000-0000-000000000000}"/>
          </ac:spMkLst>
        </pc:spChg>
        <pc:spChg chg="del">
          <ac:chgData name="周 星空" userId="6df029749d5c6239" providerId="Windows Live" clId="Web-{47C750BD-6675-4D7E-A615-AAE5E572CFE7}" dt="2025-10-08T15:44:53.199" v="1"/>
          <ac:spMkLst>
            <pc:docMk/>
            <pc:sldMk cId="2128380218" sldId="256"/>
            <ac:spMk id="3" creationId="{00000000-0000-0000-0000-000000000000}"/>
          </ac:spMkLst>
        </pc:spChg>
        <pc:spChg chg="add mod">
          <ac:chgData name="周 星空" userId="6df029749d5c6239" providerId="Windows Live" clId="Web-{47C750BD-6675-4D7E-A615-AAE5E572CFE7}" dt="2025-10-08T16:03:06.903" v="149" actId="1076"/>
          <ac:spMkLst>
            <pc:docMk/>
            <pc:sldMk cId="2128380218" sldId="256"/>
            <ac:spMk id="5" creationId="{ED5E3E8A-CE7B-A9C5-4888-04E043E9C17D}"/>
          </ac:spMkLst>
        </pc:spChg>
        <pc:spChg chg="add mod">
          <ac:chgData name="周 星空" userId="6df029749d5c6239" providerId="Windows Live" clId="Web-{47C750BD-6675-4D7E-A615-AAE5E572CFE7}" dt="2025-10-08T16:03:08.904" v="150" actId="1076"/>
          <ac:spMkLst>
            <pc:docMk/>
            <pc:sldMk cId="2128380218" sldId="256"/>
            <ac:spMk id="6" creationId="{1D72F863-22E6-D94A-9656-51BD0640B09F}"/>
          </ac:spMkLst>
        </pc:spChg>
        <pc:picChg chg="add mod ord">
          <ac:chgData name="周 星空" userId="6df029749d5c6239" providerId="Windows Live" clId="Web-{47C750BD-6675-4D7E-A615-AAE5E572CFE7}" dt="2025-10-08T16:13:53.857" v="226"/>
          <ac:picMkLst>
            <pc:docMk/>
            <pc:sldMk cId="2128380218" sldId="256"/>
            <ac:picMk id="4" creationId="{2589C0CA-216B-B657-D989-2A216C3AAFB1}"/>
          </ac:picMkLst>
        </pc:picChg>
        <pc:picChg chg="add mod ord">
          <ac:chgData name="周 星空" userId="6df029749d5c6239" providerId="Windows Live" clId="Web-{47C750BD-6675-4D7E-A615-AAE5E572CFE7}" dt="2025-10-08T16:15:17.248" v="235" actId="1076"/>
          <ac:picMkLst>
            <pc:docMk/>
            <pc:sldMk cId="2128380218" sldId="256"/>
            <ac:picMk id="7" creationId="{7E2C315E-B323-9FB4-B627-04032D627464}"/>
          </ac:picMkLst>
        </pc:picChg>
      </pc:sldChg>
      <pc:sldChg chg="addSp delSp modSp new">
        <pc:chgData name="周 星空" userId="6df029749d5c6239" providerId="Windows Live" clId="Web-{47C750BD-6675-4D7E-A615-AAE5E572CFE7}" dt="2025-10-08T16:00:40.447" v="142" actId="20577"/>
        <pc:sldMkLst>
          <pc:docMk/>
          <pc:sldMk cId="3858870864" sldId="257"/>
        </pc:sldMkLst>
        <pc:spChg chg="del">
          <ac:chgData name="周 星空" userId="6df029749d5c6239" providerId="Windows Live" clId="Web-{47C750BD-6675-4D7E-A615-AAE5E572CFE7}" dt="2025-10-08T15:50:02.286" v="31"/>
          <ac:spMkLst>
            <pc:docMk/>
            <pc:sldMk cId="3858870864" sldId="257"/>
            <ac:spMk id="2" creationId="{E3E65CB8-53E9-6A8A-858D-B7434C13A395}"/>
          </ac:spMkLst>
        </pc:spChg>
        <pc:spChg chg="del">
          <ac:chgData name="周 星空" userId="6df029749d5c6239" providerId="Windows Live" clId="Web-{47C750BD-6675-4D7E-A615-AAE5E572CFE7}" dt="2025-10-08T15:50:03.818" v="32"/>
          <ac:spMkLst>
            <pc:docMk/>
            <pc:sldMk cId="3858870864" sldId="257"/>
            <ac:spMk id="3" creationId="{43DE54AF-74E4-8449-96E5-4B1EA356C4AA}"/>
          </ac:spMkLst>
        </pc:spChg>
        <pc:spChg chg="add mod">
          <ac:chgData name="周 星空" userId="6df029749d5c6239" providerId="Windows Live" clId="Web-{47C750BD-6675-4D7E-A615-AAE5E572CFE7}" dt="2025-10-08T16:00:35.181" v="141" actId="20577"/>
          <ac:spMkLst>
            <pc:docMk/>
            <pc:sldMk cId="3858870864" sldId="257"/>
            <ac:spMk id="6" creationId="{8CBF694A-1A92-C095-6C3E-A3E50C1FCA2D}"/>
          </ac:spMkLst>
        </pc:spChg>
        <pc:spChg chg="add">
          <ac:chgData name="周 星空" userId="6df029749d5c6239" providerId="Windows Live" clId="Web-{47C750BD-6675-4D7E-A615-AAE5E572CFE7}" dt="2025-10-08T15:50:39.944" v="40"/>
          <ac:spMkLst>
            <pc:docMk/>
            <pc:sldMk cId="3858870864" sldId="257"/>
            <ac:spMk id="7" creationId="{6E46BB3E-B78D-C475-EFA5-3342D3DEBDC8}"/>
          </ac:spMkLst>
        </pc:spChg>
        <pc:spChg chg="add mod">
          <ac:chgData name="周 星空" userId="6df029749d5c6239" providerId="Windows Live" clId="Web-{47C750BD-6675-4D7E-A615-AAE5E572CFE7}" dt="2025-10-08T16:00:40.447" v="142" actId="20577"/>
          <ac:spMkLst>
            <pc:docMk/>
            <pc:sldMk cId="3858870864" sldId="257"/>
            <ac:spMk id="8" creationId="{F68F5345-6230-ECF8-06A6-974748124F3B}"/>
          </ac:spMkLst>
        </pc:spChg>
        <pc:picChg chg="add mod">
          <ac:chgData name="周 星空" userId="6df029749d5c6239" providerId="Windows Live" clId="Web-{47C750BD-6675-4D7E-A615-AAE5E572CFE7}" dt="2025-10-08T15:50:13.615" v="34"/>
          <ac:picMkLst>
            <pc:docMk/>
            <pc:sldMk cId="3858870864" sldId="257"/>
            <ac:picMk id="5" creationId="{A6139A65-8397-96F6-0597-39B078057617}"/>
          </ac:picMkLst>
        </pc:picChg>
      </pc:sldChg>
      <pc:sldChg chg="addSp delSp modSp new">
        <pc:chgData name="周 星空" userId="6df029749d5c6239" providerId="Windows Live" clId="Web-{47C750BD-6675-4D7E-A615-AAE5E572CFE7}" dt="2025-10-08T16:00:50.228" v="144" actId="20577"/>
        <pc:sldMkLst>
          <pc:docMk/>
          <pc:sldMk cId="850318460" sldId="258"/>
        </pc:sldMkLst>
        <pc:spChg chg="del">
          <ac:chgData name="周 星空" userId="6df029749d5c6239" providerId="Windows Live" clId="Web-{47C750BD-6675-4D7E-A615-AAE5E572CFE7}" dt="2025-10-08T15:54:33.810" v="85"/>
          <ac:spMkLst>
            <pc:docMk/>
            <pc:sldMk cId="850318460" sldId="258"/>
            <ac:spMk id="2" creationId="{0C452688-38C1-BC6F-A03B-AE955154ADDA}"/>
          </ac:spMkLst>
        </pc:spChg>
        <pc:spChg chg="del">
          <ac:chgData name="周 星空" userId="6df029749d5c6239" providerId="Windows Live" clId="Web-{47C750BD-6675-4D7E-A615-AAE5E572CFE7}" dt="2025-10-08T15:54:36.169" v="86"/>
          <ac:spMkLst>
            <pc:docMk/>
            <pc:sldMk cId="850318460" sldId="258"/>
            <ac:spMk id="3" creationId="{AE2AF6F3-49BA-AC0C-31CE-C2DCE8CAB999}"/>
          </ac:spMkLst>
        </pc:spChg>
        <pc:spChg chg="add mod">
          <ac:chgData name="周 星空" userId="6df029749d5c6239" providerId="Windows Live" clId="Web-{47C750BD-6675-4D7E-A615-AAE5E572CFE7}" dt="2025-10-08T16:00:45.166" v="143" actId="20577"/>
          <ac:spMkLst>
            <pc:docMk/>
            <pc:sldMk cId="850318460" sldId="258"/>
            <ac:spMk id="6" creationId="{46C9885A-2478-5378-EEF8-CE01B305E52A}"/>
          </ac:spMkLst>
        </pc:spChg>
        <pc:spChg chg="add mod">
          <ac:chgData name="周 星空" userId="6df029749d5c6239" providerId="Windows Live" clId="Web-{47C750BD-6675-4D7E-A615-AAE5E572CFE7}" dt="2025-10-08T16:00:50.228" v="144" actId="20577"/>
          <ac:spMkLst>
            <pc:docMk/>
            <pc:sldMk cId="850318460" sldId="258"/>
            <ac:spMk id="7" creationId="{D126D408-303E-48AE-B494-CA71D0B198B4}"/>
          </ac:spMkLst>
        </pc:spChg>
        <pc:picChg chg="add mod">
          <ac:chgData name="周 星空" userId="6df029749d5c6239" providerId="Windows Live" clId="Web-{47C750BD-6675-4D7E-A615-AAE5E572CFE7}" dt="2025-10-08T15:55:27.967" v="96" actId="1076"/>
          <ac:picMkLst>
            <pc:docMk/>
            <pc:sldMk cId="850318460" sldId="258"/>
            <ac:picMk id="5" creationId="{84F77690-AE4D-3373-B656-757F3CCC54B1}"/>
          </ac:picMkLst>
        </pc:picChg>
      </pc:sldChg>
      <pc:sldChg chg="addSp delSp modSp new">
        <pc:chgData name="周 星空" userId="6df029749d5c6239" providerId="Windows Live" clId="Web-{47C750BD-6675-4D7E-A615-AAE5E572CFE7}" dt="2025-10-08T16:09:54.992" v="217" actId="20577"/>
        <pc:sldMkLst>
          <pc:docMk/>
          <pc:sldMk cId="1822789910" sldId="259"/>
        </pc:sldMkLst>
        <pc:spChg chg="del">
          <ac:chgData name="周 星空" userId="6df029749d5c6239" providerId="Windows Live" clId="Web-{47C750BD-6675-4D7E-A615-AAE5E572CFE7}" dt="2025-10-08T16:04:04.092" v="152"/>
          <ac:spMkLst>
            <pc:docMk/>
            <pc:sldMk cId="1822789910" sldId="259"/>
            <ac:spMk id="2" creationId="{E26AD769-8890-7A1A-E604-B6F61647D625}"/>
          </ac:spMkLst>
        </pc:spChg>
        <pc:spChg chg="del">
          <ac:chgData name="周 星空" userId="6df029749d5c6239" providerId="Windows Live" clId="Web-{47C750BD-6675-4D7E-A615-AAE5E572CFE7}" dt="2025-10-08T16:04:06.764" v="153"/>
          <ac:spMkLst>
            <pc:docMk/>
            <pc:sldMk cId="1822789910" sldId="259"/>
            <ac:spMk id="3" creationId="{3534A1D5-03BD-B330-B175-DB26CF6CB04D}"/>
          </ac:spMkLst>
        </pc:spChg>
        <pc:spChg chg="add del mod">
          <ac:chgData name="周 星空" userId="6df029749d5c6239" providerId="Windows Live" clId="Web-{47C750BD-6675-4D7E-A615-AAE5E572CFE7}" dt="2025-10-08T16:05:00.577" v="157"/>
          <ac:spMkLst>
            <pc:docMk/>
            <pc:sldMk cId="1822789910" sldId="259"/>
            <ac:spMk id="6" creationId="{C6E140BE-FB8F-D02B-8433-0B883F288206}"/>
          </ac:spMkLst>
        </pc:spChg>
        <pc:spChg chg="add del mod">
          <ac:chgData name="周 星空" userId="6df029749d5c6239" providerId="Windows Live" clId="Web-{47C750BD-6675-4D7E-A615-AAE5E572CFE7}" dt="2025-10-08T16:05:48.516" v="169"/>
          <ac:spMkLst>
            <pc:docMk/>
            <pc:sldMk cId="1822789910" sldId="259"/>
            <ac:spMk id="7" creationId="{8000E87D-2460-0C41-4491-28AAE51CC86B}"/>
          </ac:spMkLst>
        </pc:spChg>
        <pc:spChg chg="add mod">
          <ac:chgData name="周 星空" userId="6df029749d5c6239" providerId="Windows Live" clId="Web-{47C750BD-6675-4D7E-A615-AAE5E572CFE7}" dt="2025-10-08T16:06:41.128" v="181" actId="20577"/>
          <ac:spMkLst>
            <pc:docMk/>
            <pc:sldMk cId="1822789910" sldId="259"/>
            <ac:spMk id="9" creationId="{8A0768B4-6CB8-677E-03C0-EF841A464A8B}"/>
          </ac:spMkLst>
        </pc:spChg>
        <pc:spChg chg="add mod">
          <ac:chgData name="周 星空" userId="6df029749d5c6239" providerId="Windows Live" clId="Web-{47C750BD-6675-4D7E-A615-AAE5E572CFE7}" dt="2025-10-08T16:09:54.992" v="217" actId="20577"/>
          <ac:spMkLst>
            <pc:docMk/>
            <pc:sldMk cId="1822789910" sldId="259"/>
            <ac:spMk id="10" creationId="{074D5E98-1285-8504-70F2-E96A91A5CB98}"/>
          </ac:spMkLst>
        </pc:spChg>
        <pc:picChg chg="add mod">
          <ac:chgData name="周 星空" userId="6df029749d5c6239" providerId="Windows Live" clId="Web-{47C750BD-6675-4D7E-A615-AAE5E572CFE7}" dt="2025-10-08T16:05:04.890" v="159"/>
          <ac:picMkLst>
            <pc:docMk/>
            <pc:sldMk cId="1822789910" sldId="259"/>
            <ac:picMk id="5" creationId="{CE4B4EAF-8C2B-611B-0054-AC27BA400A53}"/>
          </ac:picMkLst>
        </pc:picChg>
        <pc:picChg chg="add del mod modCrop">
          <ac:chgData name="周 星空" userId="6df029749d5c6239" providerId="Windows Live" clId="Web-{47C750BD-6675-4D7E-A615-AAE5E572CFE7}" dt="2025-10-08T16:06:21.674" v="175" actId="1076"/>
          <ac:picMkLst>
            <pc:docMk/>
            <pc:sldMk cId="1822789910" sldId="259"/>
            <ac:picMk id="8" creationId="{0A975DBF-DAC8-E4F0-7062-C6ADCEEB024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2025/10/8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2589C0CA-216B-B657-D989-2A216C3AAF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2000"/>
                    </a14:imgEffect>
                    <a14:imgEffect>
                      <a14:brightnessContrast bright="27000" contrast="-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81" y="11273"/>
            <a:ext cx="12178537" cy="684215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5E3E8A-CE7B-A9C5-4888-04E043E9C17D}"/>
              </a:ext>
            </a:extLst>
          </p:cNvPr>
          <p:cNvSpPr txBox="1"/>
          <p:nvPr/>
        </p:nvSpPr>
        <p:spPr>
          <a:xfrm>
            <a:off x="3049970" y="2414056"/>
            <a:ext cx="849855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6000">
                <a:solidFill>
                  <a:schemeClr val="bg1"/>
                </a:solidFill>
                <a:ea typeface="ＭＳ Ｐゴシック"/>
              </a:rPr>
              <a:t>答案怪盗JOKER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72F863-22E6-D94A-9656-51BD0640B09F}"/>
              </a:ext>
            </a:extLst>
          </p:cNvPr>
          <p:cNvSpPr txBox="1"/>
          <p:nvPr/>
        </p:nvSpPr>
        <p:spPr>
          <a:xfrm>
            <a:off x="3545309" y="3726780"/>
            <a:ext cx="751849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ゲームジャンル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脱出謎解きゲーム</a:t>
            </a:r>
          </a:p>
        </p:txBody>
      </p:sp>
      <p:pic>
        <p:nvPicPr>
          <p:cNvPr id="7" name="図 6" descr="テキスト, 本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7E2C315E-B323-9FB4-B627-04032D627464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86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80000"/>
                    </a14:imgEffect>
                    <a14:imgEffect>
                      <a14:brightnessContrast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44526" y="3294869"/>
            <a:ext cx="2644588" cy="350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外, 建物, ストリート, 木 が含まれている画像">
            <a:extLst>
              <a:ext uri="{FF2B5EF4-FFF2-40B4-BE49-F238E27FC236}">
                <a16:creationId xmlns:a16="http://schemas.microsoft.com/office/drawing/2014/main" id="{A6139A65-8397-96F6-0597-39B078057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2000"/>
                    </a14:imgEffect>
                    <a14:imgEffect>
                      <a14:brightnessContrast bright="27000" contrast="-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81" y="11273"/>
            <a:ext cx="12178537" cy="68421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CBF694A-1A92-C095-6C3E-A3E50C1FCA2D}"/>
              </a:ext>
            </a:extLst>
          </p:cNvPr>
          <p:cNvSpPr txBox="1"/>
          <p:nvPr/>
        </p:nvSpPr>
        <p:spPr>
          <a:xfrm>
            <a:off x="266017" y="224014"/>
            <a:ext cx="585238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800">
                <a:solidFill>
                  <a:schemeClr val="bg1"/>
                </a:solidFill>
                <a:ea typeface="ＭＳ Ｐゴシック"/>
              </a:rPr>
              <a:t>ゲームコンセプト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E46BB3E-B78D-C475-EFA5-3342D3DEBDC8}"/>
              </a:ext>
            </a:extLst>
          </p:cNvPr>
          <p:cNvSpPr txBox="1"/>
          <p:nvPr/>
        </p:nvSpPr>
        <p:spPr>
          <a:xfrm>
            <a:off x="546035" y="1400091"/>
            <a:ext cx="9856644" cy="42702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68F5345-6230-ECF8-06A6-974748124F3B}"/>
              </a:ext>
            </a:extLst>
          </p:cNvPr>
          <p:cNvSpPr txBox="1"/>
          <p:nvPr/>
        </p:nvSpPr>
        <p:spPr>
          <a:xfrm>
            <a:off x="16589" y="1570923"/>
            <a:ext cx="12422507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>
                <a:solidFill>
                  <a:schemeClr val="bg1"/>
                </a:solidFill>
                <a:ea typeface="ＭＳ Ｐゴシック"/>
              </a:rPr>
              <a:t>この学校にはあるうわさがある、、</a:t>
            </a:r>
          </a:p>
          <a:p>
            <a:r>
              <a:rPr lang="ja-JP" altLang="en-US" sz="4400">
                <a:solidFill>
                  <a:schemeClr val="bg1"/>
                </a:solidFill>
                <a:ea typeface="ＭＳ Ｐゴシック"/>
              </a:rPr>
              <a:t>テストの答えを学年中に広めてしまう</a:t>
            </a:r>
          </a:p>
          <a:p>
            <a:r>
              <a:rPr lang="ja-JP" altLang="en-US" sz="4400">
                <a:solidFill>
                  <a:schemeClr val="bg1"/>
                </a:solidFill>
                <a:ea typeface="ＭＳ Ｐゴシック"/>
              </a:rPr>
              <a:t>答案怪盗が存在するといわれている</a:t>
            </a:r>
          </a:p>
          <a:p>
            <a:r>
              <a:rPr lang="ja-JP" altLang="en-US" sz="4400">
                <a:solidFill>
                  <a:schemeClr val="bg1"/>
                </a:solidFill>
                <a:ea typeface="ＭＳ Ｐゴシック"/>
              </a:rPr>
              <a:t>夜な夜な学校に忍び込みテストの答えを盗んでいく</a:t>
            </a:r>
          </a:p>
          <a:p>
            <a:r>
              <a:rPr lang="ja-JP" altLang="en-US" sz="4400">
                <a:solidFill>
                  <a:schemeClr val="bg1"/>
                </a:solidFill>
                <a:ea typeface="ＭＳ Ｐゴシック"/>
              </a:rPr>
              <a:t>そんな怪盗がこの学校にはいるらしい、、</a:t>
            </a:r>
          </a:p>
        </p:txBody>
      </p:sp>
    </p:spTree>
    <p:extLst>
      <p:ext uri="{BB962C8B-B14F-4D97-AF65-F5344CB8AC3E}">
        <p14:creationId xmlns:p14="http://schemas.microsoft.com/office/powerpoint/2010/main" val="385887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外, 建物, ストリート, 木 が含まれている画像">
            <a:extLst>
              <a:ext uri="{FF2B5EF4-FFF2-40B4-BE49-F238E27FC236}">
                <a16:creationId xmlns:a16="http://schemas.microsoft.com/office/drawing/2014/main" id="{84F77690-AE4D-3373-B656-757F3CCC54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2000"/>
                    </a14:imgEffect>
                    <a14:imgEffect>
                      <a14:brightnessContrast bright="27000" contrast="-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81" y="11273"/>
            <a:ext cx="12178537" cy="68421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6C9885A-2478-5378-EEF8-CE01B305E52A}"/>
              </a:ext>
            </a:extLst>
          </p:cNvPr>
          <p:cNvSpPr txBox="1"/>
          <p:nvPr/>
        </p:nvSpPr>
        <p:spPr>
          <a:xfrm>
            <a:off x="100724" y="341637"/>
            <a:ext cx="600639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5400">
                <a:solidFill>
                  <a:schemeClr val="bg1"/>
                </a:solidFill>
                <a:ea typeface="ＭＳ Ｐゴシック"/>
              </a:rPr>
              <a:t>ゲーム内容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126D408-303E-48AE-B494-CA71D0B198B4}"/>
              </a:ext>
            </a:extLst>
          </p:cNvPr>
          <p:cNvSpPr txBox="1"/>
          <p:nvPr/>
        </p:nvSpPr>
        <p:spPr>
          <a:xfrm>
            <a:off x="476030" y="1652108"/>
            <a:ext cx="1103272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800">
                <a:solidFill>
                  <a:schemeClr val="bg1"/>
                </a:solidFill>
                <a:ea typeface="ＭＳ Ｐゴシック"/>
              </a:rPr>
              <a:t>あなたは答案怪盗になって夜の学校から脱出を目指す</a:t>
            </a:r>
          </a:p>
          <a:p>
            <a:r>
              <a:rPr lang="ja-JP" altLang="en-US" sz="4800">
                <a:solidFill>
                  <a:schemeClr val="bg1"/>
                </a:solidFill>
                <a:ea typeface="ＭＳ Ｐゴシック"/>
              </a:rPr>
              <a:t>答案は厳重に守られているので謎を解いて答案を盗もう</a:t>
            </a:r>
          </a:p>
          <a:p>
            <a:r>
              <a:rPr lang="ja-JP" altLang="en-US" sz="4800">
                <a:solidFill>
                  <a:schemeClr val="bg1"/>
                </a:solidFill>
                <a:ea typeface="ＭＳ Ｐゴシック"/>
              </a:rPr>
              <a:t>校内には見張りの先生たちもいる</a:t>
            </a:r>
          </a:p>
          <a:p>
            <a:r>
              <a:rPr lang="ja-JP" altLang="en-US" sz="4800">
                <a:solidFill>
                  <a:schemeClr val="bg1"/>
                </a:solidFill>
                <a:ea typeface="ＭＳ Ｐゴシック"/>
              </a:rPr>
              <a:t>捕まらないように注意を払いながら盗もう</a:t>
            </a:r>
          </a:p>
        </p:txBody>
      </p:sp>
    </p:spTree>
    <p:extLst>
      <p:ext uri="{BB962C8B-B14F-4D97-AF65-F5344CB8AC3E}">
        <p14:creationId xmlns:p14="http://schemas.microsoft.com/office/powerpoint/2010/main" val="850318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屋外, 建物, ストリート, 木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CE4B4EAF-8C2B-611B-0054-AC27BA400A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72000"/>
                    </a14:imgEffect>
                    <a14:imgEffect>
                      <a14:brightnessContrast bright="27000" contrast="-2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081" y="11273"/>
            <a:ext cx="12178537" cy="6842150"/>
          </a:xfrm>
          <a:prstGeom prst="rect">
            <a:avLst/>
          </a:prstGeom>
        </p:spPr>
      </p:pic>
      <p:pic>
        <p:nvPicPr>
          <p:cNvPr id="8" name="図 7" descr="カレンダー が含まれている画像&#10;&#10;AI 生成コンテンツは間違っている可能性があります。">
            <a:extLst>
              <a:ext uri="{FF2B5EF4-FFF2-40B4-BE49-F238E27FC236}">
                <a16:creationId xmlns:a16="http://schemas.microsoft.com/office/drawing/2014/main" id="{0A975DBF-DAC8-E4F0-7062-C6ADCEEB02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778" t="-268" r="20000" b="476"/>
          <a:stretch>
            <a:fillRect/>
          </a:stretch>
        </p:blipFill>
        <p:spPr>
          <a:xfrm>
            <a:off x="7100047" y="2798390"/>
            <a:ext cx="4968707" cy="3950654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A0768B4-6CB8-677E-03C0-EF841A464A8B}"/>
              </a:ext>
            </a:extLst>
          </p:cNvPr>
          <p:cNvSpPr txBox="1"/>
          <p:nvPr/>
        </p:nvSpPr>
        <p:spPr>
          <a:xfrm>
            <a:off x="364023" y="238016"/>
            <a:ext cx="56003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5400">
                <a:solidFill>
                  <a:schemeClr val="bg1"/>
                </a:solidFill>
                <a:ea typeface="ＭＳ Ｐゴシック"/>
              </a:rPr>
              <a:t>もとにしたゲーム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4D5E98-1285-8504-70F2-E96A91A5CB98}"/>
              </a:ext>
            </a:extLst>
          </p:cNvPr>
          <p:cNvSpPr txBox="1"/>
          <p:nvPr/>
        </p:nvSpPr>
        <p:spPr>
          <a:xfrm>
            <a:off x="532035" y="1750114"/>
            <a:ext cx="5880384" cy="44012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移動の感じやマップは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青鬼をイメージしている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中身を学校のものにして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青鬼のような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ホラー感ではなく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犯人を捕まえるかのような</a:t>
            </a:r>
          </a:p>
          <a:p>
            <a:r>
              <a:rPr lang="ja-JP" altLang="en-US" sz="4000">
                <a:solidFill>
                  <a:schemeClr val="bg1"/>
                </a:solidFill>
                <a:ea typeface="ＭＳ Ｐゴシック"/>
              </a:rPr>
              <a:t>緊張感で行きたい</a:t>
            </a:r>
            <a:endParaRPr lang="ja-JP" altLang="en-US" sz="4000" dirty="0">
              <a:solidFill>
                <a:schemeClr val="bg1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82278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4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5" baseType="lpstr"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137</cp:revision>
  <dcterms:created xsi:type="dcterms:W3CDTF">2025-10-08T15:44:39Z</dcterms:created>
  <dcterms:modified xsi:type="dcterms:W3CDTF">2025-10-08T16:15:34Z</dcterms:modified>
</cp:coreProperties>
</file>